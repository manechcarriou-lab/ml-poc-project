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Prédire la conversion d'un visiteur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CE7"/>
                </a:solidFill>
                <a:latin typeface="Calibri"/>
              </a:rPr>
              <a:t>Du repo vide au modèle XGBoost — choix techniques et justifications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Manech Carriou — Albert School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Projet ML PoC — fork du template `thom1100/ml-poc-project`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Repo : https://github.com/manechcarriou-lab/ml-poc-project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Comment lire 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Le problème business — quoi prédire et pourquoi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Le dataset — choix et limites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Setup technique — du fork au venv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EDA — comprendre la donnée avant de modéliser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Feature engineering — sans data leakage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Modélisation — 3 familles + Optuna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Tracking — MLflow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Résultats — XGBoost gagne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Conclusion +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 problème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Pourquoi ce sujet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Peut-on prédire dès le début d'une session qu'un visiteur va acheter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Conversion moyenne e-commerce : 1 à 3 % — les sessions à fort potentiel sont rares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Identifier ces sessions permet de cibler le retargeting / coupons / pop-ups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Décision opérationnelle : déclencher (ou non) une action marketing pendant la session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Stakeholder cible : équipe Growth / CRM d'un retailer en ligne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Type de problème ML : classification binaire supervisée (Revenue ∈ {True, False})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Online Shoppers Purchasing Intention (UCI)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4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Champ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UCI Machine Learning Repository (CC BY 4.0)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Volume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12 330 sessions × 18 colonnes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10 numériques + 7 catégorielles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Cible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Revenue (booléen → achat ou non)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Balance des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84.5 % False / 15.5 % True (déséquilibré)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Calibri"/>
              </a:rPr>
              <a:t>Limites assumées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Pas d'identifiant utilisateur → pas de parcours multi-session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Pas d'année → pas de saisonnalité multi-annuelle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Modalités catégorielles anonymisées (Region 1-9, OS 1-8…)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Setup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Stack et reproductibilité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5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Composant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Choix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Versionning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Git +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Standard, fork du template du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Auth GitHub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Clé SSH ed25519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Pas de token à gérer, sécurisé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CLI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Forker, push, PR depuis le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3.13 dans .venv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Isolation des dépendances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Tracking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MLflow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Persistance des essais + UI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Hyperparam search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Optuna 4.8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Recherche bayésienne (TPE)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Reproductibilité — 4 commandes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git clone git@github.com:manechcarriou-lab/ml-poc-project.git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python -m venv .venv &amp;&amp; .venv\Scripts\activate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pip install -r requirements.txt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python scripts/train.py --trials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EDA — checks de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data_exploration.ipynb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6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Décision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NaN globaux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 ligne, 0 valeur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Pas d'imputation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Features avec &gt;5 % NaN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aucune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Pas de drop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Outliers IQR (&gt;1.5 IQR)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PageValues, BounceRates, *_Duration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log1p + scaling, pas de suppression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Drift (1ère vs 2ème moitié)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SpecialDay seulement au début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À surveiller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Imbalance 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84.5 / 15.5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stratify=y + class_weight=balanced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Modalités rares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VisitorType=Other (0.7 %)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OneHotEncoder(handle_unknown=ignore)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Calibri"/>
              </a:rPr>
              <a:t>Insight clé : New_Visitor convertit 2× plus que Returning_Visitor — feature très discriminante.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Pipeline anti-leakage par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src/features.py — un seul ColumnTransformer dans un Pipeline sklearn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Skewed numeric (durations, PageValues) → log1p puis StandardScaler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Numeric standard → StandardScaler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Catégoriels → OneHotEncoder(handle_unknown='ignore')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Engineered binaires → passthrough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Pourquoi un Pipeline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fit() est appelé uniquement sur le train (et sur les folds train de la CV)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transform() applique au test les statistiques apprises sur le train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→ aucune fuite test → train possible. Garantie standard sklearn.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Features ajoutées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Transformations row-wise stateless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8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Définition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Intuition métier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TotalPages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Σ des compteurs de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Volume global d'engagement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TotalDuration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Σ des durations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Temps passé total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AvgTimePerPage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duration /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Profondeur de lecture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ProductRelatedRatio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pages produit / total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Focus produit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HighPageValue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PageValues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Flag session marchande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IsHighBounce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BounceRates &gt; Q3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Flag session zappée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IsSpecialDay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SpecialDay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Jour spécial (St-Valentin,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Toutes ces transformations sont déterministes ligne par ligne — pas de fit, donc pas de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 3 modèles testés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Couvrir 3 familles différentes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9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Famille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Baseline interprétable et 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Robuste, gère les features mixtes, peu de tuning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State-of-the-art sur du tabulaire (gradient boosting)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Tous dans la même pipeline preprocessor → classifieur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Optimisation : Optuna avec sampler TPE (recherche bayésienne)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Validation : 3-fold stratified CV sur le train uniquement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Objectif : maximiser le F1 (classe positive)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class_weight='balanced' / scale_pos_weight pour compenser le 85/15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Optuna +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scripts/train.py — la boucle d'expérimentation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Optuna —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Recherche bayésienne (TPE) &gt; Grid Search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Échantillonne les bons coins, ignore les mauvais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Espaces continus (learning_rate log-uniforme)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15 trials Optuna ≈ 100 trials Grid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Convergence rapide sur des espaces de 5-10 hyperparamètres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MLflow — pourquoi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Trace persistante des essais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Compare 2 runs séparés de plusieurs jours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Log auto : params + métriques + artefacts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UI web : mlflow ui --backend-store-uri ./mlruns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Artefact = le joblib du pipeline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Test set 2 466 sessions, 15 trials par famille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11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CV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0.6843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0.6292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0.7500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0.5419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0.9202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XGBoost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4297680"/>
            <a:ext cx="57607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Critère atteint — F1 &gt; 0.60 visé, 0.6542 obtenu (XGBoost) → +9 %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Lecture business : sur 100 sessions classées 'achat probable', ~72 sont vraiment des acheteurs (precision 0.72).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Lecture business du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XGBoost en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Precision = 0.72 → 72 % des sessions ciblées sont vraiment des acheteurs (peu de gaspillage marketing)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Recall = 0.60 → on attrape 60 % des acheteurs réels (on en rate 40 %)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ROC-AUC = 0.93 → excellent ranking : le modèle distingue bien acheteurs et non-acheteurs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Le seuil de 0.5 peut être abaissé pour viser plus de recall (plus d'acheteurs captés, plus de FP)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Le seuil optimal dépend du coût d'une action marketing vs la valeur d'une conversion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Ce qui reste à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src/app.py — Streamlit : contexte business + EDA + démo interactive XGBoost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Threshold tuning — choisir un seuil métier au lieu de 0.5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Ajouter PR-AUC dans le panel de métriques (plus informatif sur dataset déséquilibré)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Tests unitaires sur le pipeline de preprocessing (tests/)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Affiner XGBoost avec un budget Optuna plus large (~50-100 trials)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Choix dataset : public, business-relevant, déséquilibré (réaliste)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Métrique principale : F1 sur classe positive (imbalanced + coût FP ≈ FN)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Pipeline sklearn ColumnTransformer = garantie zéro fuite test → train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Optuna (TPE) &gt; Grid Search pour des espaces continus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MLflow = mémoire persistante de toutes les expériences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XGBoost gagne avec F1 = 0.6542 et ROC-AUC = 0.9303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Tout est reproductible en 4 commandes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Merci — Manech Carriou — github.com/manechcarriou-lab/ml-poc-project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