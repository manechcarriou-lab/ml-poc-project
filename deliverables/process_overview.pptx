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Prédire la conversion d'un visiteur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FDCE7"/>
                </a:solidFill>
                <a:latin typeface="Calibri"/>
              </a:rPr>
              <a:t>Du repo vide au modèle XGBoost — choix techniques et justifications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CFDCE7"/>
                </a:solidFill>
                <a:latin typeface="Calibri"/>
              </a:rPr>
              <a:t>• Manech Carriou — Albert School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FDCE7"/>
                </a:solidFill>
                <a:latin typeface="Calibri"/>
              </a:rPr>
              <a:t>• Projet ML PoC — fork du template thom1100/ml-poc-project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CFDCE7"/>
                </a:solidFill>
                <a:latin typeface="Calibri"/>
              </a:rPr>
              <a:t>• Repo : github.com/manechcarriou-lab/ml-poc-project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Ce qu'il faut retenir en 30 secondes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Modèle retenu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Encoder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F1 test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</a:rPr>
                        <a:t>Critère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C3E5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3E50"/>
                          </a:solidFill>
                        </a:rPr>
                        <a:t>Ordinal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3E50"/>
                          </a:solidFill>
                        </a:rPr>
                        <a:t>0.305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3E50"/>
                          </a:solidFill>
                        </a:rPr>
                        <a:t>0.6731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3E50"/>
                          </a:solidFill>
                        </a:rPr>
                        <a:t>0.9292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C3E50"/>
                          </a:solidFill>
                        </a:rPr>
                        <a:t>✅ +12% vs cible 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Pipeline reproductible en 4 commandes — 3 niveaux d'optimisation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Dataset public (UCI Online Shoppers) — 12 330 sessions, classes déséquilibrées 85/15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Pipeline sklearn ColumnTransformer = zéro fuite test → train (validé par tests unitaires)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1) Optuna (TPE) — 15 trials par modèle, espaces continus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2) Encoder optimal par famille (XGBoost → Ordinal, +2 F1 pts)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3) TunedThresholdClassifierCV — seuil de décision appris en CV sur le train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MLflow tracking + Streamlit demo + 7 tests unitaires verts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Le problème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Pourquoi ce sujet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5F"/>
                </a:solidFill>
                <a:latin typeface="Calibri"/>
              </a:rPr>
              <a:t>Peut-on prédire dès le début d'une session qu'un visiteur va acheter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Conversion moyenne e-commerce : 1 à 3 % — les sessions à fort potentiel sont rares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Identifier ces sessions permet de cibler le retargeting / coupons / pop-ups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Décision opérationnelle : déclencher (ou non) une action marketing pendant la session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Stakeholder : équipe Growth / CRM d'un retailer en ligne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2C3E50"/>
                </a:solidFill>
                <a:latin typeface="Calibri"/>
              </a:rPr>
              <a:t>• Type de problème ML : classification binaire supervisée (Revenue ∈ {True, False})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Online Shoppers Purchasing Intention (UCI)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5943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Champ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Valeur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UCI ML Repository (CC BY 4.0)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Volume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12 330 sessions × 18 colonnes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10 numériques + 7 catégorielles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Cible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Revenue (booléen)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84.5 % False / 15.5 % 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eda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05840"/>
            <a:ext cx="4937760" cy="27347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206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Limites assumées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Pas d'identifiant utilisateur → pas de parcours multi-session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Pas d'année → pas de saisonnalité multi-annuelle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Modalités catégorielles anonymisées (Region 1-9, OS 1-8)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6126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Calibri"/>
              </a:rPr>
              <a:t>Distribution de la cible — fort déséquilibre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Setup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Stack et reproductibilité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44137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Composant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Choix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Pourquoi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Versionning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Git + GitHub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Standard, fork du template du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Auth GitHub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Clé SSH ed25519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Pas de token à gérer, sécurisé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CLI GitHub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Forker, push, PR depuis le terminal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3.13 dans .venv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Isolation des dépendances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Tracking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MLflow 3.11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Persistance des essais + UI 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Hyperparam search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Optuna 4.8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Recherche bayésienne (TPE)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Reproductibilité — 4 commandes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onsolas"/>
              </a:rPr>
              <a:t>• git clone git@github.com:manechcarriou-lab/ml-poc-project.git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onsolas"/>
              </a:rPr>
              <a:t>• python -m venv .venv &amp;&amp; .venv\Scripts\activate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onsolas"/>
              </a:rPr>
              <a:t>• pip install -r requirements.txt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onsolas"/>
              </a:rPr>
              <a:t>• python scripts/train.py --trials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EDA — checks de qualité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data_exploration.ipynb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Résultat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Décision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NaN globaux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 ligne, 0 valeur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Pas d'imputation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Features avec &gt;5 % NaN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aucune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Pas de drop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Outliers IQR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PageValues, BounceRates, *_Duration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log1p + scaling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Drift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SpecialDay seulement au début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À surveiller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Imbalance cible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84.5 / 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stratify=y + class_weight=balanced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Modalités rares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VisitorType=Other (0.7 %)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OneHotEncoder(handle_unknown=ignore)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  <a:latin typeface="Calibri"/>
              </a:rPr>
              <a:t>Insight clé : New_Visitor convertit 2× plus que Returning_Visitor — feature très discriminante.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EDA — taux de conversion par segment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Comprendre où sont les acheteurs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  <p:pic>
        <p:nvPicPr>
          <p:cNvPr id="6" name="Picture 5" descr="eda_conversion_by_se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35450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Calibri"/>
              </a:rPr>
              <a:t>Taux de conversion par mois (gauche) et par type de visiteur (droite). Ligne rouge = moyenne globale.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Pic Nov-Sep-Oct : effet Black Friday + rentrée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New_Visitor 2× au-dessus de la moyenne — contre-intuitif mais signal fort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Pipeline anti-leakage par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Calibri"/>
              </a:rPr>
              <a:t>src/features.py — un seul ColumnTransformer dans un Pipeline sklearn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Skewed numeric (durations, PageValues) → log1p puis StandardScaler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Numeric standard → StandardScaler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Catégoriels → OneHotEncoder(handle_unknown='ignore')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Engineered binaires → passthrough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  <a:latin typeface="Calibri"/>
              </a:rPr>
              <a:t>Pourquoi un Pipeline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805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fit() est appelé uniquement sur le train (et sur les folds train de la CV)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transform() applique au test les statistiques apprises sur le train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→ aucune fuite test → train possible. Garantie standard sklearn.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Features ajoutées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Transformations row-wise stateless (leakage-safe)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058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Définition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Intuition métier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TotalPages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Σ des compteurs de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Volume global d'engagement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TotalDuration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Σ des durations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Temps passé total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AvgTimePerPage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duration / pages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Profondeur de lecture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ProductRelatedRatio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pages produit / total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Focus produit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HighPageValue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PageValues &gt;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Flag session marchande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IsHighBounce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BounceRates &gt; Q3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Flag session zappée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C3E50"/>
                          </a:solidFill>
                        </a:rPr>
                        <a:t>IsSpecialDay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SpecialDay &gt;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3E50"/>
                          </a:solidFill>
                        </a:rPr>
                        <a:t>Jour spécial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8C8D"/>
                </a:solidFill>
                <a:latin typeface="Calibri"/>
              </a:rPr>
              <a:t>Toutes ces transformations sont déterministes ligne par ligne — pas de fit, donc pas de leakage.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Optuna + MLflow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scripts/train.py — la boucle d'expérimentation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Optuna — 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Recherche bayésienne (TPE) &gt; Grid Search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Échantillonne les bons coins, ignore les mauvais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Espaces continus (learning_rate log-uniforme)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15 trials Optuna ≈ 100 trials Grid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MLflow — pourquoi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Trace persistante des essais (comparable J+15)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Log auto : params + métriques + artefacts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UI web : mlflow ui --backend-store-uri ./mlruns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Artefact = le joblib du pipeline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67E22"/>
                </a:solidFill>
                <a:latin typeface="Calibri"/>
              </a:rPr>
              <a:t>→ 52 runs trackés dans cette étude (3 studies + 45 trials + 3 finals + extras)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Résultats finaux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Test set 2 466 sessions — pipeline avec threshold tuning intégré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058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Modèle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Encoder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OneHot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0.5786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0.7225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0.9137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OneHot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0.360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0.6683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0.6403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0.6990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0.9204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C3E50"/>
                          </a:solidFill>
                        </a:rPr>
                        <a:t>XGBoost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Ordinal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0.6731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0.6203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0.7356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C3E50"/>
                          </a:solidFill>
                        </a:rPr>
                        <a:t>0.9292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200400" y="3840480"/>
            <a:ext cx="5760720" cy="9144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Critère atteint — F1 &gt; 0.60 visé, 0.6731 obtenu (XGBoost) → +12 %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  <a:latin typeface="Calibri"/>
              </a:rPr>
              <a:t>Lecture business : sur 100 acheteurs réels, on en attrape 74 (recall 0.74). On gagne +14 pts vs threshold 0.5.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Résultats — courbes ROC et Precision-Recall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Comparaison des 3 modèles sur le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  <p:pic>
        <p:nvPicPr>
          <p:cNvPr id="6" name="Picture 5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669280" cy="4797083"/>
          </a:xfrm>
          <a:prstGeom prst="rect">
            <a:avLst/>
          </a:prstGeom>
        </p:spPr>
      </p:pic>
      <p:pic>
        <p:nvPicPr>
          <p:cNvPr id="7" name="Picture 6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669280" cy="47970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Calibri"/>
              </a:rPr>
              <a:t>ROC : XGBoost domine avec AUC=0.93. PR : précision &gt;0.7 jusqu'à recall ~0.6 — modèle utilisable en pratique.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Le modèle XGBoost en détail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Erreurs et features importantes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  <p:pic>
        <p:nvPicPr>
          <p:cNvPr id="6" name="Picture 5" descr="confusion_matrix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5120640" cy="4632960"/>
          </a:xfrm>
          <a:prstGeom prst="rect">
            <a:avLst/>
          </a:prstGeom>
        </p:spPr>
      </p:pic>
      <p:pic>
        <p:nvPicPr>
          <p:cNvPr id="7" name="Picture 6" descr="feature_importance_x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005840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52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Calibri"/>
              </a:rPr>
              <a:t>Matrice de confusion (gauche) — TP / FP / FN / TN sur le test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585216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Calibri"/>
              </a:rPr>
              <a:t>Top 15 features par importance gain — PageValues domine largement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Threshold tuning intégré au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TunedThresholdClassifierCV — anti-leakage par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  <p:pic>
        <p:nvPicPr>
          <p:cNvPr id="6" name="Picture 5" descr="threshold_tuning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650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3E50"/>
                </a:solidFill>
                <a:latin typeface="Calibri"/>
              </a:rPr>
              <a:t>Seuil retenu pour XGBoost : 0.305 (appris en CV sur le train). F1 = 0.6731 vs 0.6562 à 0.5.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Chaque modèle wrappé dans TunedThresholdClassifierCV(scoring='f1', cv=5) — fit sur train uniquement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2C3E50"/>
                </a:solidFill>
                <a:latin typeface="Calibri"/>
              </a:rPr>
              <a:t>• Gain de +4 à +7 points de F1 selon le modèle, intégré au pipeline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Démo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src/app.py — comment je présenterais ça à un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Section 1 — Contexte business + KPIs (sessions, taux de conversion, métriques modèle)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Section 2 — EDA interactive : class imbalance, conversion par segment (Month/VisitorType/...), top corrélations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Section 3 — Comparaison des modèles : tableau + barchart par métrique + plots ROC/PR/CM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Section 4 — Démo : sliders sur PageValues / BounceRates / VisitorType / Month → proba prédite + jauge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Section 5 — Threshold playground : matrice de confusion live sur le test à seuil ajustable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Lancement : python scripts/main.py  (ou)  streamlit run src/app.py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À retenir + prochaines étapes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FDCE7"/>
                </a:solidFill>
                <a:latin typeface="Calibri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20116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Calibri"/>
              </a:rPr>
              <a:t>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Pipeline sklearn ColumnTransformer = garantie zéro fuite test → train (validé par tests unitaires)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Trois leviers d'optimisation cumulés : Optuna + encoder par famille + threshold tuning CV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XGBoost final : F1 = 0.6731, ROC-AUC = 0.9292, recall = 0.7356 (74 % des acheteurs captés)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MLflow trace 52+ runs et permet de comparer toutes les configurations a posteriori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Tout est reproductible en 4 commandes — tests + Streamlit + plots regénérables à la demande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Calibri"/>
              </a:rPr>
              <a:t>Prochaines étapes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Affiner XGBoost avec un budget Optuna élargi (50-100 trials) sur l'encoder Ordinal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Ajouter PR-AUC + Brier score dans le panel de métriques (calibration des probas)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Calibration de probabilités (CalibratedClassifierCV) si déploiement en scoring probabiliste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2C3E50"/>
                </a:solidFill>
                <a:latin typeface="Calibri"/>
              </a:rPr>
              <a:t>• Test A/B en prod : threshold 0.305 vs threshold métier (à définir avec l'équipe Growth)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Merci — Manech Carriou — github.com/manechcarriou-lab/ml-poc-project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